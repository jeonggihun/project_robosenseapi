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C8A4C-542B-A9F6-2555-A321DE8A8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85248D-901B-E6E1-E7DE-BE7FD16B5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7E666-CAA0-48F0-1313-B3777121A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7EACA8-971F-A334-6F02-AC7F7724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8DB1F2-60D8-2AA9-380D-9C8DB02A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35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879E1-88E8-914F-4B2A-4FAA4ED0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8EEE0-6445-7D16-6EFC-D10433287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FE6A42-79A5-004B-67DF-A421D243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3A2ECC-B981-3EC8-3A7C-126E5A981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DFA4D1-7988-F34A-0CC7-D67DB8BE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482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AF850-B1FC-147C-6863-073DD73BE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DC64A0-4265-1023-ABD1-F2CD882B0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1FC3A-9E98-DC76-C49D-3FA2F984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8A0A5-CC59-A4A2-444F-2AB789B4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0E09DC-3381-C203-33EB-1B5A4B49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83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3DB41-9FA7-9198-DA3C-454BDAA85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5E3F41-7B10-1105-3159-5840E1B77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A27D89-41DB-1328-B58F-25137726B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40FACA-5A28-2DD4-A96E-EB2968B9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2E8AA3-BBC5-29B4-B0A6-E0402AD6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39A927-97A3-7705-3818-097A65A9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19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B6C48-C428-F1C2-98D2-7993D1B0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174E78-73D2-DE21-3856-1AD99A45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FE2A6D-78AD-8EAF-40DC-CA7DA4F7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208BCB-3560-0C6F-EE92-E411BBCD4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CE8D4D-E747-BA51-A6EF-D0A5A4426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FA62BD-A6D3-34B8-2548-BB35D487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A9232D-33D7-1DE2-8737-91CFFDBB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711B2A-2C0D-FF9C-BFCF-F90AD5C1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72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84A23-A052-61DC-EDC3-0E0EDA99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ABF54C-748C-3A55-1D04-15D9E1DC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5A43DE-C568-760A-FD09-2E8D9721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C0A638-42F2-A874-DA5C-F3986D50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06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CF7B87-BF97-C4B5-2559-484C15DD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FE0716-E3CE-6C25-3CB2-F2F86A10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2A113B-DCB8-F2E8-6423-5CEC5DA3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75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A4B61-EB28-0990-F6FB-3B8044B1B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B049F-B46C-D768-C0DA-67E5575E1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40D403-C7E1-BB5C-60E3-D4E09B2D3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336E86-9579-3429-BD17-0DFAE07F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931D33-77C2-04F2-F391-F5E51CF3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5493C-54B9-3990-861B-0DAA5E83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21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DD1D7-42E0-65F4-610A-89910ACF9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EEF7A7-56B0-9F88-5A95-8E44D7CA7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AD3367-A12D-B52B-6CD2-645734F9C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A3DEC2-4703-7764-5262-E7B87ABC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7D1C24-A8CB-4507-9456-F2FDB236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17A16-92DE-2102-FC13-0FA6C3B1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4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68E2E-15DA-ACB2-5AA1-02C35640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EB43AD-8047-C9F1-A827-69558FED6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ACDEA-6E12-E8AB-A3AE-7F98B1CC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7C5B5D-C0FA-D387-E09D-4B5C5A20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3637F-B1B5-613E-1ABD-0AEC6F4F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48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243D22-F35C-3326-EE1E-A84885FD2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E355E2-CA4F-8196-41F6-810E0B1A3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DC6B5-BD10-25FF-E5C0-B0A4B244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59833-87BE-5E1F-052D-C2D5B7A1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5728D-81C3-30F3-2C66-1DCB1897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68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5A091A-42CB-4BBD-F150-7D9CF06D1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A93A9E-5803-9ED4-6C5D-DDF1B484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541FCB-E8F3-AC45-668C-DF221D5D2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5F677-E011-4C6B-B4B5-5D4DF7A35C13}" type="datetimeFigureOut">
              <a:rPr lang="ko-KR" altLang="en-US" smtClean="0"/>
              <a:t>2026-01-17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4C6260-D5D6-D480-3468-4B8DE7474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709373-6B20-BB23-B1F3-99AA5EBF9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FF4CB-4C02-41FB-A9AF-5CB183A29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05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FCD20C-25A8-65E8-F4DB-2D523B9D69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5F32D8-97D0-7908-1A1A-2BF3548FD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252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2B832-6873-BEF5-FF53-6973D817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시간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919C34-8164-3EFE-58CD-E05638EC0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쿼리 확인 </a:t>
            </a:r>
            <a:r>
              <a:rPr lang="en-US" altLang="ko-KR" dirty="0"/>
              <a:t>: </a:t>
            </a:r>
            <a:r>
              <a:rPr lang="ko-KR" altLang="en-US" dirty="0"/>
              <a:t>이상 없음</a:t>
            </a:r>
            <a:endParaRPr lang="en-US" altLang="ko-KR" dirty="0"/>
          </a:p>
          <a:p>
            <a:r>
              <a:rPr lang="ko-KR" altLang="en-US" dirty="0"/>
              <a:t>커넥션 풀 사이즈 변경 </a:t>
            </a:r>
            <a:r>
              <a:rPr lang="en-US" altLang="ko-KR" dirty="0"/>
              <a:t>5, 5 -&gt; 50, 50 </a:t>
            </a:r>
            <a:r>
              <a:rPr lang="en-US" altLang="ko-KR" dirty="0" err="1"/>
              <a:t>tps</a:t>
            </a:r>
            <a:r>
              <a:rPr lang="ko-KR" altLang="en-US" dirty="0"/>
              <a:t>변동사항 없음</a:t>
            </a:r>
            <a:endParaRPr lang="en-US" altLang="ko-KR" dirty="0"/>
          </a:p>
          <a:p>
            <a:r>
              <a:rPr lang="ko-KR" altLang="en-US" dirty="0"/>
              <a:t>방법 </a:t>
            </a:r>
            <a:r>
              <a:rPr lang="en-US" altLang="ko-KR" dirty="0"/>
              <a:t>:</a:t>
            </a:r>
            <a:r>
              <a:rPr lang="ko-KR" altLang="en-US" dirty="0"/>
              <a:t>시간 로그 확인 </a:t>
            </a:r>
            <a:r>
              <a:rPr lang="en-US" altLang="ko-KR" dirty="0"/>
              <a:t>-&gt; </a:t>
            </a:r>
          </a:p>
          <a:p>
            <a:r>
              <a:rPr lang="ko-KR" altLang="en-US" dirty="0"/>
              <a:t>요청 시 </a:t>
            </a:r>
            <a:r>
              <a:rPr lang="en-US" altLang="ko-KR" dirty="0"/>
              <a:t>(DB </a:t>
            </a:r>
            <a:r>
              <a:rPr lang="ko-KR" altLang="en-US" dirty="0"/>
              <a:t>조회 </a:t>
            </a:r>
            <a:r>
              <a:rPr lang="en-US" altLang="ko-KR" dirty="0"/>
              <a:t>/ </a:t>
            </a:r>
            <a:r>
              <a:rPr lang="ko-KR" altLang="en-US" dirty="0"/>
              <a:t>데이터 가공 </a:t>
            </a:r>
            <a:r>
              <a:rPr lang="en-US" altLang="ko-KR" dirty="0"/>
              <a:t>/ </a:t>
            </a:r>
            <a:r>
              <a:rPr lang="ko-KR" altLang="en-US" dirty="0"/>
              <a:t>외부 </a:t>
            </a:r>
            <a:r>
              <a:rPr lang="en-US" altLang="ko-KR" dirty="0"/>
              <a:t>API / </a:t>
            </a:r>
            <a:r>
              <a:rPr lang="ko-KR" altLang="en-US" dirty="0"/>
              <a:t>응답 생성</a:t>
            </a:r>
            <a:r>
              <a:rPr lang="en-US" altLang="ko-KR" dirty="0"/>
              <a:t>) </a:t>
            </a:r>
            <a:r>
              <a:rPr lang="ko-KR" altLang="en-US" dirty="0"/>
              <a:t>어디서 막히는지 확인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횟수 줄이기 </a:t>
            </a:r>
            <a:r>
              <a:rPr lang="en-US" altLang="ko-KR" dirty="0"/>
              <a:t>-&gt; </a:t>
            </a:r>
            <a:r>
              <a:rPr lang="ko-KR" altLang="en-US" dirty="0"/>
              <a:t>데이터 줄이기 </a:t>
            </a:r>
            <a:r>
              <a:rPr lang="en-US" altLang="ko-KR" dirty="0"/>
              <a:t>-&gt; </a:t>
            </a:r>
            <a:r>
              <a:rPr lang="ko-KR" altLang="en-US"/>
              <a:t>숫자로 보고</a:t>
            </a:r>
          </a:p>
        </p:txBody>
      </p:sp>
    </p:spTree>
    <p:extLst>
      <p:ext uri="{BB962C8B-B14F-4D97-AF65-F5344CB8AC3E}">
        <p14:creationId xmlns:p14="http://schemas.microsoft.com/office/powerpoint/2010/main" val="401184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85CD1-9FD2-E7A7-DFD9-858B126B8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2955"/>
            <a:ext cx="10515600" cy="5764008"/>
          </a:xfrm>
        </p:spPr>
        <p:txBody>
          <a:bodyPr/>
          <a:lstStyle/>
          <a:p>
            <a:r>
              <a:rPr lang="en-US" altLang="ko-KR" dirty="0" err="1"/>
              <a:t>Sensordata</a:t>
            </a:r>
            <a:r>
              <a:rPr lang="en-US" altLang="ko-KR" dirty="0"/>
              <a:t> </a:t>
            </a:r>
            <a:r>
              <a:rPr lang="ko-KR" altLang="en-US" dirty="0"/>
              <a:t>를 변경하자 </a:t>
            </a:r>
            <a:r>
              <a:rPr lang="en-US" altLang="ko-KR" dirty="0" err="1"/>
              <a:t>tps</a:t>
            </a:r>
            <a:r>
              <a:rPr lang="ko-KR" altLang="en-US" dirty="0"/>
              <a:t>가 </a:t>
            </a:r>
            <a:r>
              <a:rPr lang="en-US" altLang="ko-KR" dirty="0"/>
              <a:t>35~50</a:t>
            </a:r>
            <a:r>
              <a:rPr lang="ko-KR" altLang="en-US" dirty="0"/>
              <a:t>대로 상승</a:t>
            </a:r>
            <a:endParaRPr lang="en-US" altLang="ko-KR" dirty="0"/>
          </a:p>
          <a:p>
            <a:r>
              <a:rPr lang="ko-KR" altLang="en-US" dirty="0"/>
              <a:t>이젠 </a:t>
            </a:r>
            <a:r>
              <a:rPr lang="en-US" altLang="ko-KR" dirty="0"/>
              <a:t>robot/id </a:t>
            </a:r>
            <a:r>
              <a:rPr lang="ko-KR" altLang="en-US" dirty="0"/>
              <a:t>검색 시 제일 심함</a:t>
            </a:r>
            <a:r>
              <a:rPr lang="en-US" altLang="ko-KR" dirty="0"/>
              <a:t>. </a:t>
            </a:r>
            <a:r>
              <a:rPr lang="ko-KR" altLang="en-US" dirty="0"/>
              <a:t>이부분은 검색에 따른 것이므로 </a:t>
            </a:r>
            <a:r>
              <a:rPr lang="en-US" altLang="ko-KR" dirty="0" err="1"/>
              <a:t>redis</a:t>
            </a:r>
            <a:r>
              <a:rPr lang="ko-KR" altLang="en-US"/>
              <a:t>로 수정 필요</a:t>
            </a:r>
          </a:p>
        </p:txBody>
      </p:sp>
    </p:spTree>
    <p:extLst>
      <p:ext uri="{BB962C8B-B14F-4D97-AF65-F5344CB8AC3E}">
        <p14:creationId xmlns:p14="http://schemas.microsoft.com/office/powerpoint/2010/main" val="305509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882F3-B0D7-DD56-5E30-06597B1F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r>
              <a:rPr lang="ko-KR" altLang="en-US" dirty="0"/>
              <a:t>주차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C51C43-FD72-6EB1-3D1B-18EB7F8EB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 dirty="0"/>
              <a:t># </a:t>
            </a:r>
            <a:r>
              <a:rPr lang="ko-KR" altLang="en-US" i="1" dirty="0"/>
              <a:t>이론 학습</a:t>
            </a:r>
            <a:r>
              <a:rPr lang="ko-KR" altLang="en-US" dirty="0"/>
              <a:t> ✅ 비동기 </a:t>
            </a:r>
            <a:r>
              <a:rPr lang="en-US" altLang="ko-KR" dirty="0"/>
              <a:t>Redis </a:t>
            </a:r>
            <a:r>
              <a:rPr lang="ko-KR" altLang="en-US" dirty="0"/>
              <a:t>클라이언트 </a:t>
            </a:r>
            <a:r>
              <a:rPr lang="en-US" altLang="ko-KR" dirty="0"/>
              <a:t>(</a:t>
            </a:r>
            <a:r>
              <a:rPr lang="en-US" altLang="ko-KR" dirty="0" err="1"/>
              <a:t>redis.asyncio</a:t>
            </a:r>
            <a:r>
              <a:rPr lang="en-US" altLang="ko-KR" dirty="0"/>
              <a:t>)</a:t>
            </a:r>
            <a:r>
              <a:rPr lang="ko-KR" altLang="en-US" dirty="0"/>
              <a:t> ✅ 캐시 키 설계 패턴 </a:t>
            </a:r>
            <a:r>
              <a:rPr lang="en-US" altLang="ko-KR" dirty="0"/>
              <a:t>(</a:t>
            </a:r>
            <a:r>
              <a:rPr lang="ko-KR" altLang="en-US" dirty="0"/>
              <a:t>리소스</a:t>
            </a:r>
            <a:r>
              <a:rPr lang="en-US" altLang="ko-KR" dirty="0"/>
              <a:t>:ID:</a:t>
            </a:r>
            <a:r>
              <a:rPr lang="ko-KR" altLang="en-US" dirty="0" err="1"/>
              <a:t>서브리소스</a:t>
            </a:r>
            <a:r>
              <a:rPr lang="en-US" altLang="ko-KR" dirty="0"/>
              <a:t>)</a:t>
            </a:r>
            <a:r>
              <a:rPr lang="ko-KR" altLang="en-US" dirty="0"/>
              <a:t> ✅ 어떤 </a:t>
            </a:r>
            <a:r>
              <a:rPr lang="en-US" altLang="ko-KR" dirty="0"/>
              <a:t>API</a:t>
            </a:r>
            <a:r>
              <a:rPr lang="ko-KR" altLang="en-US" dirty="0"/>
              <a:t>를 </a:t>
            </a:r>
            <a:r>
              <a:rPr lang="ko-KR" altLang="en-US" dirty="0" err="1"/>
              <a:t>캐싱할지</a:t>
            </a:r>
            <a:r>
              <a:rPr lang="ko-KR" altLang="en-US" dirty="0"/>
              <a:t> 결정 </a:t>
            </a:r>
            <a:r>
              <a:rPr lang="en-US" altLang="ko-KR" dirty="0"/>
              <a:t>(</a:t>
            </a:r>
            <a:r>
              <a:rPr lang="ko-KR" altLang="en-US" dirty="0"/>
              <a:t>읽기 </a:t>
            </a:r>
            <a:r>
              <a:rPr lang="en-US" altLang="ko-KR" dirty="0"/>
              <a:t>vs </a:t>
            </a:r>
            <a:r>
              <a:rPr lang="ko-KR" altLang="en-US" dirty="0"/>
              <a:t>쓰기</a:t>
            </a:r>
            <a:r>
              <a:rPr lang="en-US" altLang="ko-KR" dirty="0"/>
              <a:t>)</a:t>
            </a:r>
            <a:r>
              <a:rPr lang="ko-KR" altLang="en-US" dirty="0"/>
              <a:t> ✅ 캐시 적중률 개념 ✅ 캐시 </a:t>
            </a:r>
            <a:r>
              <a:rPr lang="ko-KR" altLang="en-US" dirty="0" err="1"/>
              <a:t>워밍</a:t>
            </a:r>
            <a:r>
              <a:rPr lang="ko-KR" altLang="en-US" dirty="0"/>
              <a:t> 전략 </a:t>
            </a:r>
            <a:r>
              <a:rPr lang="en-US" altLang="ko-KR" i="1" dirty="0"/>
              <a:t># </a:t>
            </a:r>
            <a:r>
              <a:rPr lang="ko-KR" altLang="en-US" i="1" dirty="0"/>
              <a:t>실전 구현</a:t>
            </a:r>
            <a:r>
              <a:rPr lang="ko-KR" altLang="en-US" dirty="0"/>
              <a:t> ✅ </a:t>
            </a:r>
            <a:r>
              <a:rPr lang="en-US" altLang="ko-KR" dirty="0"/>
              <a:t>GET /</a:t>
            </a:r>
            <a:r>
              <a:rPr lang="en-US" altLang="ko-KR" dirty="0" err="1"/>
              <a:t>api</a:t>
            </a:r>
            <a:r>
              <a:rPr lang="en-US" altLang="ko-KR" dirty="0"/>
              <a:t>/robots/{id}</a:t>
            </a:r>
            <a:r>
              <a:rPr lang="ko-KR" altLang="en-US" dirty="0"/>
              <a:t> </a:t>
            </a:r>
            <a:r>
              <a:rPr lang="ko-KR" altLang="en-US" dirty="0" err="1"/>
              <a:t>캐싱</a:t>
            </a:r>
            <a:r>
              <a:rPr lang="ko-KR" altLang="en-US" dirty="0"/>
              <a:t> </a:t>
            </a:r>
            <a:r>
              <a:rPr lang="en-US" altLang="ko-KR" dirty="0"/>
              <a:t>(TTL 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ko-KR" altLang="en-US" dirty="0"/>
              <a:t> ✅ </a:t>
            </a:r>
            <a:r>
              <a:rPr lang="en-US" altLang="ko-KR" dirty="0"/>
              <a:t>GET /</a:t>
            </a:r>
            <a:r>
              <a:rPr lang="en-US" altLang="ko-KR" dirty="0" err="1"/>
              <a:t>api</a:t>
            </a:r>
            <a:r>
              <a:rPr lang="en-US" altLang="ko-KR" dirty="0"/>
              <a:t>/robots </a:t>
            </a:r>
            <a:r>
              <a:rPr lang="ko-KR" altLang="en-US" dirty="0" err="1"/>
              <a:t>캐싱</a:t>
            </a:r>
            <a:r>
              <a:rPr lang="ko-KR" altLang="en-US" dirty="0"/>
              <a:t> </a:t>
            </a:r>
            <a:r>
              <a:rPr lang="en-US" altLang="ko-KR" dirty="0"/>
              <a:t>(TTL 600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ko-KR" altLang="en-US" dirty="0"/>
              <a:t> ✅ </a:t>
            </a:r>
            <a:r>
              <a:rPr lang="en-US" altLang="ko-KR" dirty="0"/>
              <a:t>GET /</a:t>
            </a:r>
            <a:r>
              <a:rPr lang="en-US" altLang="ko-KR" dirty="0" err="1"/>
              <a:t>api</a:t>
            </a:r>
            <a:r>
              <a:rPr lang="en-US" altLang="ko-KR" dirty="0"/>
              <a:t>/</a:t>
            </a:r>
            <a:r>
              <a:rPr lang="en-US" altLang="ko-KR" dirty="0" err="1"/>
              <a:t>robots?status</a:t>
            </a:r>
            <a:r>
              <a:rPr lang="en-US" altLang="ko-KR" dirty="0"/>
              <a:t>=X </a:t>
            </a:r>
            <a:r>
              <a:rPr lang="ko-KR" altLang="en-US" dirty="0" err="1"/>
              <a:t>캐싱</a:t>
            </a:r>
            <a:r>
              <a:rPr lang="ko-KR" altLang="en-US" dirty="0"/>
              <a:t> </a:t>
            </a:r>
            <a:r>
              <a:rPr lang="en-US" altLang="ko-KR" dirty="0"/>
              <a:t>(TTL 600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ko-KR" altLang="en-US" dirty="0"/>
              <a:t> ✅ </a:t>
            </a:r>
            <a:r>
              <a:rPr lang="en-US" altLang="ko-KR" dirty="0"/>
              <a:t>GET /</a:t>
            </a:r>
            <a:r>
              <a:rPr lang="en-US" altLang="ko-KR" dirty="0" err="1"/>
              <a:t>api</a:t>
            </a:r>
            <a:r>
              <a:rPr lang="en-US" altLang="ko-KR" dirty="0"/>
              <a:t>/stats </a:t>
            </a:r>
            <a:r>
              <a:rPr lang="ko-KR" altLang="en-US" dirty="0" err="1"/>
              <a:t>캐싱</a:t>
            </a:r>
            <a:r>
              <a:rPr lang="ko-KR" altLang="en-US" dirty="0"/>
              <a:t> </a:t>
            </a:r>
            <a:r>
              <a:rPr lang="en-US" altLang="ko-KR" dirty="0"/>
              <a:t>(TTL 60</a:t>
            </a:r>
            <a:r>
              <a:rPr lang="ko-KR" altLang="en-US" dirty="0"/>
              <a:t>초</a:t>
            </a:r>
            <a:r>
              <a:rPr lang="en-US" altLang="ko-KR" dirty="0"/>
              <a:t>,</a:t>
            </a:r>
            <a:r>
              <a:rPr lang="ko-KR" altLang="en-US" dirty="0"/>
              <a:t> 조건부</a:t>
            </a:r>
            <a:r>
              <a:rPr lang="en-US" altLang="ko-KR" dirty="0"/>
              <a:t>)</a:t>
            </a:r>
            <a:r>
              <a:rPr lang="ko-KR" altLang="en-US" dirty="0"/>
              <a:t> ✅ </a:t>
            </a:r>
            <a:r>
              <a:rPr lang="en-US" altLang="ko-KR" dirty="0"/>
              <a:t>POST /</a:t>
            </a:r>
            <a:r>
              <a:rPr lang="en-US" altLang="ko-KR" dirty="0" err="1"/>
              <a:t>api</a:t>
            </a:r>
            <a:r>
              <a:rPr lang="en-US" altLang="ko-KR" dirty="0"/>
              <a:t>/robots </a:t>
            </a:r>
            <a:r>
              <a:rPr lang="ko-KR" altLang="en-US" dirty="0"/>
              <a:t>무효화 ✅ </a:t>
            </a:r>
            <a:r>
              <a:rPr lang="en-US" altLang="ko-KR" dirty="0"/>
              <a:t>POST /</a:t>
            </a:r>
            <a:r>
              <a:rPr lang="en-US" altLang="ko-KR" dirty="0" err="1"/>
              <a:t>api</a:t>
            </a:r>
            <a:r>
              <a:rPr lang="en-US" altLang="ko-KR" dirty="0"/>
              <a:t>/sensors </a:t>
            </a:r>
            <a:r>
              <a:rPr lang="ko-KR" altLang="en-US" dirty="0"/>
              <a:t>무효화 </a:t>
            </a:r>
            <a:r>
              <a:rPr lang="en-US" altLang="ko-KR" i="1" dirty="0"/>
              <a:t># </a:t>
            </a:r>
            <a:r>
              <a:rPr lang="ko-KR" altLang="en-US" i="1" dirty="0"/>
              <a:t>최적화</a:t>
            </a:r>
            <a:r>
              <a:rPr lang="ko-KR" altLang="en-US" dirty="0"/>
              <a:t> ✅ </a:t>
            </a:r>
            <a:r>
              <a:rPr lang="en-US" altLang="ko-KR" dirty="0" err="1"/>
              <a:t>selectinload</a:t>
            </a:r>
            <a:r>
              <a:rPr lang="en-US" altLang="ko-KR" dirty="0"/>
              <a:t> </a:t>
            </a:r>
            <a:r>
              <a:rPr lang="ko-KR" altLang="en-US" dirty="0"/>
              <a:t>제거 </a:t>
            </a:r>
            <a:r>
              <a:rPr lang="en-US" altLang="ko-KR" dirty="0"/>
              <a:t>(</a:t>
            </a:r>
            <a:r>
              <a:rPr lang="ko-KR" altLang="en-US" dirty="0"/>
              <a:t>전체 로드 방지</a:t>
            </a:r>
            <a:r>
              <a:rPr lang="en-US" altLang="ko-KR" dirty="0"/>
              <a:t>)</a:t>
            </a:r>
            <a:r>
              <a:rPr lang="ko-KR" altLang="en-US" dirty="0"/>
              <a:t> ✅ </a:t>
            </a:r>
            <a:r>
              <a:rPr lang="en-US" altLang="ko-KR" dirty="0"/>
              <a:t>DB </a:t>
            </a:r>
            <a:r>
              <a:rPr lang="ko-KR" altLang="en-US" dirty="0"/>
              <a:t>레벨 </a:t>
            </a:r>
            <a:r>
              <a:rPr lang="en-US" altLang="ko-KR" dirty="0"/>
              <a:t>LIMIT (10</a:t>
            </a:r>
            <a:r>
              <a:rPr lang="ko-KR" altLang="en-US" dirty="0"/>
              <a:t>개만 조회</a:t>
            </a:r>
            <a:r>
              <a:rPr lang="en-US" altLang="ko-KR" dirty="0"/>
              <a:t>)</a:t>
            </a:r>
            <a:r>
              <a:rPr lang="ko-KR" altLang="en-US" dirty="0"/>
              <a:t> ✅ </a:t>
            </a:r>
            <a:r>
              <a:rPr lang="en-US" altLang="ko-KR" dirty="0"/>
              <a:t>JSON </a:t>
            </a:r>
            <a:r>
              <a:rPr lang="ko-KR" altLang="en-US" dirty="0"/>
              <a:t>직렬화 처리 </a:t>
            </a:r>
            <a:r>
              <a:rPr lang="en-US" altLang="ko-KR" dirty="0"/>
              <a:t>(default=str)</a:t>
            </a:r>
            <a:r>
              <a:rPr lang="ko-KR" altLang="en-US" dirty="0"/>
              <a:t> ✅ 조건부 </a:t>
            </a:r>
            <a:r>
              <a:rPr lang="ko-KR" altLang="en-US" dirty="0" err="1"/>
              <a:t>캐싱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파라미터 기반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4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233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시간 확인</vt:lpstr>
      <vt:lpstr>PowerPoint 프레젠테이션</vt:lpstr>
      <vt:lpstr>11주차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기훈 정</dc:creator>
  <cp:lastModifiedBy>기훈 정</cp:lastModifiedBy>
  <cp:revision>4</cp:revision>
  <dcterms:created xsi:type="dcterms:W3CDTF">2026-01-04T10:34:13Z</dcterms:created>
  <dcterms:modified xsi:type="dcterms:W3CDTF">2026-01-16T15:35:17Z</dcterms:modified>
</cp:coreProperties>
</file>